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34440"/>
            <a:ext cx="960120" cy="5486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7276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spc="220">
                <a:solidFill>
                  <a:srgbClr val="E4572E"/>
                </a:solidFill>
                <a:latin typeface="Helvetica Neue"/>
              </a:rPr>
              <a:t>HERESTUCK LABS   ·   CBA BUILD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05740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7400" b="1">
                <a:solidFill>
                  <a:srgbClr val="F7F4EF"/>
                </a:solidFill>
                <a:latin typeface="Helvetica Neue"/>
              </a:rPr>
              <a:t>Today we finish</a:t>
            </a:r>
          </a:p>
          <a:p>
            <a:pPr algn="l">
              <a:lnSpc>
                <a:spcPct val="92000"/>
              </a:lnSpc>
            </a:pPr>
            <a:r>
              <a:rPr sz="7400" b="1">
                <a:solidFill>
                  <a:srgbClr val="F7F4EF"/>
                </a:solidFill>
                <a:latin typeface="Helvetica Neue"/>
              </a:rPr>
              <a:t>the bow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24528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2AB"/>
                </a:solidFill>
                <a:latin typeface="Helvetica Neue"/>
              </a:rPr>
              <a:t>Forty-four chunks make the nose of an eight-foot dinghy. Ten are already printed. Six machines and a working day gets the other thirty-four.</a:t>
            </a:r>
          </a:p>
        </p:txBody>
      </p:sp>
      <p:pic>
        <p:nvPicPr>
          <p:cNvPr id="6" name="Picture 5" descr="bow_chu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657600"/>
            <a:ext cx="4297680" cy="22392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27278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555C64"/>
                </a:solidFill>
                <a:latin typeface="Menlo"/>
              </a:rPr>
              <a:t>ASA OVER GYROID, FIBERGLASSED AFTER   ·   REV-3.4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80">
                <a:solidFill>
                  <a:srgbClr val="E4572E"/>
                </a:solidFill>
                <a:latin typeface="Helvetica Neue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2529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14181D"/>
                </a:solidFill>
                <a:latin typeface="Helvetica Neue"/>
              </a:rPr>
              <a:t>The boat the bow belongs to</a:t>
            </a:r>
          </a:p>
        </p:txBody>
      </p:sp>
      <p:pic>
        <p:nvPicPr>
          <p:cNvPr id="5" name="Picture 4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651760"/>
            <a:ext cx="5760720" cy="19004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2574036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46888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8 ft 1 in long, 5 ft 1 in beam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92908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A shallow-V dinghy with a wide transom, sized around an outboard and a beach landing.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74136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326898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21.5 kg of ASA, one perimeter over gyroid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493008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The print is the core. The glass is the 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95928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890772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About 53 lb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11480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The plywood version it replaces is 120 to 130 lb, and it oil-canned.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E7681"/>
                </a:solidFill>
                <a:latin typeface="Helvetica Neue"/>
              </a:rPr>
              <a:t>Every number here comes out of the geometry. The whole model regenerates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E7681"/>
                </a:solidFill>
                <a:latin typeface="Helvetica Neue"/>
              </a:rPr>
              <a:t>from one command.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727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6E7681"/>
                </a:solidFill>
                <a:latin typeface="Menlo"/>
              </a:rPr>
              <a:t>HERESTUCK LABS   ·   CBA BUILD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27278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6E7681"/>
                </a:solidFill>
                <a:latin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80">
                <a:solidFill>
                  <a:srgbClr val="E4572E"/>
                </a:solidFill>
                <a:latin typeface="Helvetica Neue"/>
              </a:rPr>
              <a:t>FIRST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2529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14181D"/>
                </a:solidFill>
                <a:latin typeface="Helvetica Neue"/>
              </a:rPr>
              <a:t>Why the boat is four pieces</a:t>
            </a:r>
          </a:p>
        </p:txBody>
      </p:sp>
      <p:pic>
        <p:nvPicPr>
          <p:cNvPr id="5" name="Picture 4" descr="four_pie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77440"/>
            <a:ext cx="6172200" cy="2508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395728"/>
            <a:ext cx="4297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4181D"/>
                </a:solidFill>
                <a:latin typeface="Helvetica Neue"/>
              </a:rPr>
              <a:t>It has to fit in a car. That one constraint set the whole architecture.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61588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4564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Centre barge, 42 in 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680459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A complete watertight boat on its own. This is the 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61688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256531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Two wedge pods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480559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Sealed buoyancy carrying the outer skin and the beam. They travel separately.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161788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5056631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Bow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5280659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A hollow nose with storage. It nests inside the cockpit with 0.7 in to spare.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727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6E7681"/>
                </a:solidFill>
                <a:latin typeface="Menlo"/>
              </a:rPr>
              <a:t>HERESTUCK LABS   ·   CBA BUILD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27278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6E7681"/>
                </a:solidFill>
                <a:latin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80">
                <a:solidFill>
                  <a:srgbClr val="E4572E"/>
                </a:solidFill>
                <a:latin typeface="Helvetica Neue"/>
              </a:rPr>
              <a:t>SECOND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2529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14181D"/>
                </a:solidFill>
                <a:latin typeface="Helvetica Neue"/>
              </a:rPr>
              <a:t>The bow, in 44 chunks</a:t>
            </a:r>
          </a:p>
        </p:txBody>
      </p:sp>
      <p:pic>
        <p:nvPicPr>
          <p:cNvPr id="5" name="Picture 4" descr="bow_chu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14600"/>
            <a:ext cx="5760720" cy="30014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39572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4181D"/>
                </a:solidFill>
                <a:latin typeface="Helvetica Neue"/>
              </a:rPr>
              <a:t>The printer is a 256 mm cube. The bow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E7681"/>
                </a:solidFill>
                <a:latin typeface="Helvetica Neue"/>
              </a:rPr>
              <a:t>It gets cut on an axis-aligned grid with 8 mm of margin, and every cut face carries printed ASA dowels, so a chunk can only go back one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800" b="1">
                <a:solidFill>
                  <a:srgbClr val="E4572E"/>
                </a:solidFill>
                <a:latin typeface="Helvetica Neue"/>
              </a:rPr>
              <a:t>232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printed dowels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in the bow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553712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600" b="1">
                <a:solidFill>
                  <a:srgbClr val="14181D"/>
                </a:solidFill>
                <a:latin typeface="Helvetica Neue"/>
              </a:rPr>
              <a:t>4.0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07492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pins in 4.2 mm holes,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6 mm into each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27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6E7681"/>
                </a:solidFill>
                <a:latin typeface="Menlo"/>
              </a:rPr>
              <a:t>HERESTUCK LABS   ·   CBA BUILD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27278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6E7681"/>
                </a:solidFill>
                <a:latin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80">
                <a:solidFill>
                  <a:srgbClr val="E4572E"/>
                </a:solidFill>
                <a:latin typeface="Helvetica Neue"/>
              </a:rPr>
              <a:t>THE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2529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14181D"/>
                </a:solidFill>
                <a:latin typeface="Helvetica Neue"/>
              </a:rPr>
              <a:t>Six printers finish the bow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14181D"/>
                </a:solidFill>
                <a:latin typeface="Helvetica Neue"/>
              </a:rPr>
              <a:t>The longest chunk left is 2.5 hours. The median is 1.1.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6E7681"/>
                </a:solidFill>
                <a:latin typeface="Helvetica Neue"/>
              </a:rPr>
              <a:t>That is why this is a build day. Nobody babysits a forty-hour print, and a machine that dies at hour two costs one chunk out of thirty-four.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1">
                <a:solidFill>
                  <a:srgbClr val="E4572E"/>
                </a:solidFill>
                <a:latin typeface="Helvetica Neue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chunks still to print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(#011 through #044)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6177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 b="1">
                <a:solidFill>
                  <a:srgbClr val="14181D"/>
                </a:solidFill>
                <a:latin typeface="Helvetica Neue"/>
              </a:rPr>
              <a:t>40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30352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of machine time,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3.1 kg of ASA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042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81D"/>
                </a:solidFill>
                <a:latin typeface="Helvetica Neue"/>
              </a:rPr>
              <a:t>Of the 34 remaining bow chunks, how many land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2651760"/>
          <a:ext cx="5074918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9672"/>
                <a:gridCol w="1492623"/>
                <a:gridCol w="149262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7F4EF"/>
                          </a:solidFill>
                          <a:latin typeface="Menlo"/>
                        </a:rPr>
                        <a:t>printers</a:t>
                      </a:r>
                    </a:p>
                  </a:txBody>
                  <a:tcPr anchor="ctr"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7F4EF"/>
                          </a:solidFill>
                          <a:latin typeface="Menlo"/>
                        </a:rPr>
                        <a:t>8 h day</a:t>
                      </a:r>
                    </a:p>
                  </a:txBody>
                  <a:tcPr anchor="ctr">
                    <a:solidFill>
                      <a:srgbClr val="14181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7F4EF"/>
                          </a:solidFill>
                          <a:latin typeface="Menlo"/>
                        </a:rPr>
                        <a:t>10 h day</a:t>
                      </a:r>
                    </a:p>
                  </a:txBody>
                  <a:tcPr anchor="ctr">
                    <a:solidFill>
                      <a:srgbClr val="1418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81D"/>
                          </a:solidFill>
                          <a:latin typeface="Menlo"/>
                        </a:rPr>
                        <a:t>4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181D"/>
                          </a:solidFill>
                          <a:latin typeface="Menlo"/>
                        </a:rPr>
                        <a:t>28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181D"/>
                          </a:solidFill>
                          <a:latin typeface="Menlo"/>
                        </a:rPr>
                        <a:t>32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81D"/>
                          </a:solidFill>
                          <a:latin typeface="Menlo"/>
                        </a:rPr>
                        <a:t>6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181D"/>
                          </a:solidFill>
                          <a:latin typeface="Menlo"/>
                        </a:rPr>
                        <a:t>34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181D"/>
                          </a:solidFill>
                          <a:latin typeface="Menlo"/>
                        </a:rPr>
                        <a:t>34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81D"/>
                          </a:solidFill>
                          <a:latin typeface="Menlo"/>
                        </a:rPr>
                        <a:t>8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181D"/>
                          </a:solidFill>
                          <a:latin typeface="Menlo"/>
                        </a:rPr>
                        <a:t>34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181D"/>
                          </a:solidFill>
                          <a:latin typeface="Menlo"/>
                        </a:rPr>
                        <a:t>34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81D"/>
                          </a:solidFill>
                          <a:latin typeface="Menlo"/>
                        </a:rPr>
                        <a:t>12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181D"/>
                          </a:solidFill>
                          <a:latin typeface="Menlo"/>
                        </a:rPr>
                        <a:t>34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181D"/>
                          </a:solidFill>
                          <a:latin typeface="Menlo"/>
                        </a:rPr>
                        <a:t>34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09360" y="43434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Six machines is the whole remaining bow inside eight hours. Four machines leaves six chunks over, and they are the small 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257800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4681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181D"/>
                </a:solidFill>
                <a:latin typeface="Helvetica Neue"/>
              </a:rPr>
              <a:t>Print 000_dowel.stl before anything else.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727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6E7681"/>
                </a:solidFill>
                <a:latin typeface="Menlo"/>
              </a:rPr>
              <a:t>HERESTUCK LABS   ·   CBA BUILD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27278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6E7681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80">
                <a:solidFill>
                  <a:srgbClr val="E4572E"/>
                </a:solidFill>
                <a:latin typeface="Helvetica Neue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2529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14181D"/>
                </a:solidFill>
                <a:latin typeface="Helvetica Neue"/>
              </a:rPr>
              <a:t>What we are doing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9514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D8D3CA"/>
                </a:solidFill>
                <a:latin typeface="Menl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331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81D"/>
                </a:solidFill>
                <a:latin typeface="Helvetica Neue"/>
              </a:rPr>
              <a:t>Load the queue, dowels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642615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E7681"/>
                </a:solidFill>
                <a:latin typeface="Helvetica Neue"/>
              </a:rPr>
              <a:t>000_dowel.stl, then bow chunks in file order. The numbering runs bottom layer up, so a chunk only ever bonds to lower-numbered neighbours that already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D8D3CA"/>
                </a:solidFill>
                <a:latin typeface="Menl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3192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81D"/>
                </a:solidFill>
                <a:latin typeface="Helvetica Neue"/>
              </a:rPr>
              <a:t>Dry fit as they come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630168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E7681"/>
                </a:solidFill>
                <a:latin typeface="Helvetica Neue"/>
              </a:rPr>
              <a:t>Do not wait for a full set. A chunk goes to the bench the moment the plate cools, and #001 through #010 are already there waiting.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7024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D8D3CA"/>
                </a:solidFill>
                <a:latin typeface="Menl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3068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81D"/>
                </a:solidFill>
                <a:latin typeface="Helvetica Neue"/>
              </a:rPr>
              <a:t>Dowel and bond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61772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E7681"/>
                </a:solidFill>
                <a:latin typeface="Helvetica Neue"/>
              </a:rPr>
              <a:t>Abrade, solvent wipe, epoxy. The ASA to epoxy bond is the least forgiving joint on the boat, and it is the one we make by hand.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D8D3CA"/>
                </a:solidFill>
                <a:latin typeface="Menl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2943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81D"/>
                </a:solidFill>
                <a:latin typeface="Helvetica Neue"/>
              </a:rPr>
              <a:t>Abrade for glass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605272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E7681"/>
                </a:solidFill>
                <a:latin typeface="Helvetica Neue"/>
              </a:rPr>
              <a:t>Everything that will be glassed gets keyed while there are spare hands to do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727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6E7681"/>
                </a:solidFill>
                <a:latin typeface="Menlo"/>
              </a:rPr>
              <a:t>HERESTUCK LABS   ·   CBA BUILD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27278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6E7681"/>
                </a:solidFill>
                <a:latin typeface="Men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80">
                <a:solidFill>
                  <a:srgbClr val="E4572E"/>
                </a:solidFill>
                <a:latin typeface="Helvetica Neue"/>
              </a:rP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2529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F7F4EF"/>
                </a:solidFill>
                <a:latin typeface="Helvetica Neue"/>
              </a:rPr>
              <a:t>Which way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F7F4EF"/>
                </a:solidFill>
                <a:latin typeface="Helvetica Neue"/>
              </a:rPr>
              <a:t>Standing each chunk on a flat cut face cut the bow's support by 98 percent.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9AA2AB"/>
                </a:solidFill>
                <a:latin typeface="Helvetica Neue"/>
              </a:rPr>
              <a:t>The chunks were being exported in the boat's own frame, which lays most of them curved side down. A hull has no flat face. A chunk cut off a grid has six of them.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350" b="0">
                <a:solidFill>
                  <a:srgbClr val="9AA2AB"/>
                </a:solidFill>
                <a:latin typeface="Helvetica Neue"/>
              </a:rPr>
              <a:t>Support would have cost more ASA than the boat.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304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7F4EF"/>
                </a:solidFill>
                <a:latin typeface="Helvetica Neue"/>
              </a:rPr>
              <a:t>The bow, as cut and as it now prints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2651760"/>
          <a:ext cx="4663439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13206"/>
                <a:gridCol w="1434904"/>
                <a:gridCol w="1315329"/>
              </a:tblGrid>
              <a:tr h="310896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solidFill>
                      <a:srgbClr val="242A3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7F4EF"/>
                          </a:solidFill>
                          <a:latin typeface="Menlo"/>
                        </a:rPr>
                        <a:t>as cut</a:t>
                      </a:r>
                    </a:p>
                  </a:txBody>
                  <a:tcPr anchor="ctr">
                    <a:solidFill>
                      <a:srgbClr val="242A3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7F4EF"/>
                          </a:solidFill>
                          <a:latin typeface="Menlo"/>
                        </a:rPr>
                        <a:t>oriented</a:t>
                      </a:r>
                    </a:p>
                  </a:txBody>
                  <a:tcPr anchor="ctr">
                    <a:solidFill>
                      <a:srgbClr val="242A3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181D"/>
                          </a:solidFill>
                          <a:latin typeface="Menlo"/>
                        </a:rPr>
                        <a:t>support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4181D"/>
                          </a:solidFill>
                          <a:latin typeface="Menlo"/>
                        </a:rPr>
                        <a:t>9,966 cm²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4181D"/>
                          </a:solidFill>
                          <a:latin typeface="Menlo"/>
                        </a:rPr>
                        <a:t>223 cm²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181D"/>
                          </a:solidFill>
                          <a:latin typeface="Menlo"/>
                        </a:rPr>
                        <a:t>envelope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4181D"/>
                          </a:solidFill>
                          <a:latin typeface="Menlo"/>
                        </a:rPr>
                        <a:t>72.6 L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4181D"/>
                          </a:solidFill>
                          <a:latin typeface="Menlo"/>
                        </a:rPr>
                        <a:t>0.25 L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181D"/>
                          </a:solidFill>
                          <a:latin typeface="Menlo"/>
                        </a:rPr>
                        <a:t>print time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4181D"/>
                          </a:solidFill>
                          <a:latin typeface="Menlo"/>
                        </a:rPr>
                        <a:t>about 200 h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4181D"/>
                          </a:solidFill>
                          <a:latin typeface="Menlo"/>
                        </a:rPr>
                        <a:t>54 h</a:t>
                      </a:r>
                    </a:p>
                  </a:txBody>
                  <a:tcPr anchor="ctr">
                    <a:solidFill>
                      <a:srgbClr val="F7F4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4181D"/>
                          </a:solidFill>
                          <a:latin typeface="Menlo"/>
                        </a:rPr>
                        <a:t>needs support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4181D"/>
                          </a:solidFill>
                          <a:latin typeface="Menlo"/>
                        </a:rPr>
                        <a:t>most of 44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4181D"/>
                          </a:solidFill>
                          <a:latin typeface="Menlo"/>
                        </a:rPr>
                        <a:t>6 of 44</a:t>
                      </a:r>
                    </a:p>
                  </a:txBody>
                  <a:tcPr anchor="ctr">
                    <a:solidFill>
                      <a:srgbClr val="EEEAE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493776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4572E"/>
                </a:solidFill>
                <a:latin typeface="Helvetica Neue"/>
              </a:rPr>
              <a:t>Roughly four times faster, for a rotation.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727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9AA2AB"/>
                </a:solidFill>
                <a:latin typeface="Menlo"/>
              </a:rPr>
              <a:t>HERESTUCK LABS   ·   CBA BUILD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27278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9AA2AB"/>
                </a:solidFill>
                <a:latin typeface="Menl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80">
                <a:solidFill>
                  <a:srgbClr val="E4572E"/>
                </a:solidFill>
                <a:latin typeface="Helvetica Neue"/>
              </a:rPr>
              <a:t>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2529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14181D"/>
                </a:solidFill>
                <a:latin typeface="Helvetica Neue"/>
              </a:rPr>
              <a:t>How the pieces find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82596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37744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232 printed ASA dowels in the bow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60146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4.0 mm pins in 4.2 mm holes, 6 mm into each side of every cut 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82696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7754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Vertical dovetail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40156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The four big pieces drop together from above and lock against pulling apart.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82796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3977639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16 bolts, all above the waterline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20166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They clamp. The keys resist lift. Nothing structural sits below the water.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377440"/>
            <a:ext cx="53949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E7681"/>
                </a:solidFill>
                <a:latin typeface="Helvetica Neue"/>
              </a:rPr>
              <a:t>Joint clearance is 2.0 mm per face, which sounds loose until you count the glass going into it. Both mating walls are exterior surfaces, they both take 6 oz cloth, and that ate the original 0.6 mm on its own.</a:t>
            </a: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6E7681"/>
                </a:solidFill>
                <a:latin typeface="Helvetica Neue"/>
              </a:rPr>
              <a:t>Tongues take cloth. Sockets take neat epoxy, because cloth only bridges a 16 mm flared slot and traps air behind itself.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5120640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5330952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181D"/>
                </a:solidFill>
                <a:latin typeface="Helvetica Neue"/>
              </a:rPr>
              <a:t>Loose is nearly free. The bolts do the clamping.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727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6E7681"/>
                </a:solidFill>
                <a:latin typeface="Menlo"/>
              </a:rPr>
              <a:t>HERESTUCK LABS   ·   CBA BUILD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27278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6E7681"/>
                </a:solidFill>
                <a:latin typeface="Menl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80">
                <a:solidFill>
                  <a:srgbClr val="E4572E"/>
                </a:solidFill>
                <a:latin typeface="Helvetica Neue"/>
              </a:rPr>
              <a:t>AFTER THE PLASTIC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2529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14181D"/>
                </a:solidFill>
                <a:latin typeface="Helvetica Neue"/>
              </a:rPr>
              <a:t>The print is not the boat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14181D"/>
                </a:solidFill>
                <a:latin typeface="Helvetica Neue"/>
              </a:rPr>
              <a:t>A 0.5 mm wall over 8 percent gyroid weeps through its own layer lines. The glass is what makes it a boat.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808476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70332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6 oz cloth everywhere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92734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One fabric for the whole boat, chosen for wet-out and for drape over printed layer 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08576"/>
            <a:ext cx="146304" cy="320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450342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181D"/>
                </a:solidFill>
                <a:latin typeface="Helvetica Neue"/>
              </a:rPr>
              <a:t>Doubled on the bottom, second layer at 45 degrees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472744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E7681"/>
                </a:solidFill>
                <a:latin typeface="Helvetica Neue"/>
              </a:rPr>
              <a:t>Beaching and slamming loads land there.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95728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E7681"/>
                </a:solidFill>
                <a:latin typeface="Helvetica Neue"/>
              </a:rPr>
              <a:t>The printed wall carries about the same weight per unit area as the plywood it replaces, so the thickness is close to free. The mass lives in perimeters and glass.</a:t>
            </a: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6E7681"/>
                </a:solidFill>
                <a:latin typeface="Helvetica Neue"/>
              </a:rPr>
              <a:t>Infill is half the boat's mass, perimeters are 30 percent, glass is 20. One percent of infill is 2.7 lb.</a:t>
            </a: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6E7681"/>
                </a:solidFill>
                <a:latin typeface="Helvetica Neue"/>
              </a:rPr>
              <a:t>Fifty pounds is reachable. Forty is not, without a smaller boat.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727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6E7681"/>
                </a:solidFill>
                <a:latin typeface="Menlo"/>
              </a:rPr>
              <a:t>HERESTUCK LABS   ·   CBA BUILD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27278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6E7681"/>
                </a:solidFill>
                <a:latin typeface="Menl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566928" cy="411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80">
                <a:solidFill>
                  <a:srgbClr val="E4572E"/>
                </a:solidFill>
                <a:latin typeface="Helvetica Neue"/>
              </a:rPr>
              <a:t>EXPECT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2529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14181D"/>
                </a:solidFill>
                <a:latin typeface="Helvetica Neue"/>
              </a:rPr>
              <a:t>What will go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86584"/>
            <a:ext cx="201168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2677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14181D"/>
                </a:solidFill>
                <a:latin typeface="Helvetica Neue"/>
              </a:rPr>
              <a:t>ASA lifts off the 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6E7681"/>
                </a:solidFill>
                <a:latin typeface="Helvetica Neue"/>
              </a:rPr>
              <a:t>Door shut, chamber warm before layer one, 8 mm brim on every chunk. This is the failure you will actually see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28415"/>
            <a:ext cx="201168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20954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14181D"/>
                </a:solidFill>
                <a:latin typeface="Helvetica Neue"/>
              </a:rPr>
              <a:t>Six bow chunks still want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02151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6E7681"/>
                </a:solidFill>
                <a:latin typeface="Helvetica Neue"/>
              </a:rPr>
              <a:t>#043 and #044 at 52 cm², #027 and #028 at 24, #013 and #016 at 10. Use normal supports at threshold 30, with 'on build plate only' and 'support critical regions only' both 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270248"/>
            <a:ext cx="201168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15137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14181D"/>
                </a:solidFill>
                <a:latin typeface="Helvetica Neue"/>
              </a:rPr>
              <a:t>#034 and #035 stand 13.7:1 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43984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6E7681"/>
                </a:solidFill>
                <a:latin typeface="Helvetica Neue"/>
              </a:rPr>
              <a:t>They sit on 17 cm² of plate, and that stance is what makes them support-free. Watch the first layer, then leave them alone.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12080"/>
            <a:ext cx="201168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09320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14181D"/>
                </a:solidFill>
                <a:latin typeface="Helvetica Neue"/>
              </a:rPr>
              <a:t>286 of the bow's 464 dowel bores print horizontally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85816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6E7681"/>
                </a:solidFill>
                <a:latin typeface="Helvetica Neue"/>
              </a:rPr>
              <a:t>They bridge their own roof and can droop into a 4.2 mm hole. Dry fit before glue. If they bind, reprint the dowels thinner.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727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6E7681"/>
                </a:solidFill>
                <a:latin typeface="Menlo"/>
              </a:rPr>
              <a:t>HERESTUCK LABS   ·   CBA BUILD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27278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6E7681"/>
                </a:solidFill>
                <a:latin typeface="Menl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960120" cy="5486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487168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200" b="1">
                <a:solidFill>
                  <a:srgbClr val="F7F4EF"/>
                </a:solidFill>
                <a:latin typeface="Helvetica Neue"/>
              </a:rPr>
              <a:t>Take a chunk.</a:t>
            </a:r>
          </a:p>
          <a:p>
            <a:pPr algn="l">
              <a:lnSpc>
                <a:spcPct val="98000"/>
              </a:lnSpc>
            </a:pPr>
            <a:r>
              <a:rPr sz="5200" b="1">
                <a:solidFill>
                  <a:srgbClr val="F7F4EF"/>
                </a:solidFill>
                <a:latin typeface="Helvetica Neue"/>
              </a:rPr>
              <a:t>Bring it back bonded.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34840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AA2AB"/>
                </a:solidFill>
                <a:latin typeface="Helvetica Neue"/>
              </a:rPr>
              <a:t>Forty-four chunks, 232 dowels, one bow. manifest.csv says which chunk mates to which, and PROFILE.txt in the bow folder says how to print all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7278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555C64"/>
                </a:solidFill>
                <a:latin typeface="Menlo"/>
              </a:rPr>
              <a:t>000_DOWEL.STL FIRST   ·   THEN #011 UPWARD   ·   BRIM EVERYTHING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